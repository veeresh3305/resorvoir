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861249" y="3396343"/>
            <a:ext cx="63761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Reservoir Water Level Monitoring</a:t>
            </a:r>
            <a:endParaRPr lang="en-US" sz="36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">
            <a:extLst>
              <a:ext uri="{FF2B5EF4-FFF2-40B4-BE49-F238E27FC236}">
                <a16:creationId xmlns:a16="http://schemas.microsoft.com/office/drawing/2014/main" id="{84CB916E-2830-9462-AD13-5E58224E7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809" y="1539466"/>
            <a:ext cx="10883526" cy="2657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the importance of </a:t>
            </a:r>
            <a:r>
              <a:rPr lang="en-US" altLang="en-US" dirty="0"/>
              <a:t>reservoir water level monitoring for flood prevention and safety.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Learn how data preprocessing and feature engineering impact ML model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</a:t>
            </a:r>
            <a:r>
              <a:rPr lang="en-US" altLang="en-US" dirty="0"/>
              <a:t>machine learning (Random Forest) to classify dam water levels into Safe and Critical.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Gain hands-on experience in data visualization, model training, and evaluation.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Demonstrate how predictive modeling can support decision-making in water resource management.</a:t>
            </a: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E9119E-1FFC-1BC4-F93B-00FF217A5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478" y="1791746"/>
            <a:ext cx="841621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(Pandas, NumPy, Matplotlib, Seaborn) – data processing &amp; visualization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machine learning model (Random Forest Classifier)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 (IDLE)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development environment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Excel/CSV datasets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reservoir water level &amp; flow data</a:t>
            </a:r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6C1093-5887-789F-A065-B491E5925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356" y="1719381"/>
            <a:ext cx="1130160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Historical dam inflow, outflow, and water level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Cleaning missing values, removing inconsistencies.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Derived features like dynamic storage, inflow–outflow difference, level differences.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Correlation heatmap, class distribution, confusion matrix.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Training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Random Forest Classifier with 80/20 train-test split.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Accuracy , classification report, confusion matrix analysis.</a:t>
            </a:r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876470-D2D6-9B88-49E4-202B26DEF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104" y="1724636"/>
            <a:ext cx="10866986" cy="2093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Dams like </a:t>
            </a:r>
            <a:r>
              <a:rPr lang="en-US" altLang="en-US" dirty="0"/>
              <a:t>the Three Gorges Dam hold immense amounts of water, posing a risk of flooding or structural damage if water levels exceed safety thresholds.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Manual monitoring is time-consuming and reactive, making it difficult to prevent hazards effectively.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There is a need for an automated, data-driven approach to predict and classify water levels for proactive safety management.</a:t>
            </a:r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E0B2C5-A8F4-FBE4-A862-5B652D506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104" y="1794942"/>
            <a:ext cx="10708365" cy="264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a </a:t>
            </a:r>
            <a:r>
              <a:rPr lang="en-US" altLang="en-US" dirty="0"/>
              <a:t>Machine Learning model (Random Forest) to analyze water inflow, outflow, and reservoir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Classified dam conditions into Safe vs Critical categories.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Provided a decision-support tool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reservoir management teams to predict potential risks in advance.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Achieved 80% accuracy with scope to improve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DEFA89-9AFE-340A-9383-6CD732F2A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581" y="2015411"/>
            <a:ext cx="7452860" cy="385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86B9FD-80C4-A892-B343-3578400F6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87" y="1638257"/>
            <a:ext cx="11047445" cy="2955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demonstrated that </a:t>
            </a:r>
            <a:r>
              <a:rPr lang="en-US" altLang="en-US" dirty="0"/>
              <a:t>ML can assist in dam safety monitoring using real-world hydrological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The model achieved reliable accuracy, showing strong potential for practical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The project highlights how predictive analytics can support flood control, water resource management, and disaster mitigation.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Future scope: Improve accuracy with more features (rainfall, soil moisture, upstream dam releases)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real-time monitoring systems.</a:t>
            </a: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39</TotalTime>
  <Words>393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Veeresh v</cp:lastModifiedBy>
  <cp:revision>7</cp:revision>
  <dcterms:created xsi:type="dcterms:W3CDTF">2024-12-31T09:40:01Z</dcterms:created>
  <dcterms:modified xsi:type="dcterms:W3CDTF">2025-09-14T12:16:59Z</dcterms:modified>
</cp:coreProperties>
</file>